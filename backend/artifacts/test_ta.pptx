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TA Application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D4A017"/>
                </a:solidFill>
              </a:rPr>
              <a:t>CSIS SmartAssist  ·  BITS Pilani Goa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FFFF"/>
                </a:solidFill>
              </a:rPr>
              <a:t>TA Application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A1A2E"/>
                </a:solidFill>
              </a:rPr>
              <a:t>• Apply online through CSIS portal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1A2E"/>
                </a:solidFill>
              </a:rPr>
              <a:t>• HOD reviews application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1A2E"/>
                </a:solidFill>
              </a:rPr>
              <a:t>• Interview scheduled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1A2E"/>
                </a:solidFill>
              </a:rPr>
              <a:t>• Offer letter issued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1A2E"/>
                </a:solidFill>
              </a:rPr>
              <a:t>• TA begins duties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